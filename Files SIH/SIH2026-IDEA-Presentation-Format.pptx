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Al-Based Fake Identity &amp; Document Screening System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Blockchain &amp; 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Geekycode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AI-Based Fake Identity &amp; Document Screening System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43841"/>
            <a:ext cx="1219199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The Problem (Gap Today)</a:t>
            </a:r>
          </a:p>
          <a:p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Manual checks on thousands of passports/visas daily → slow, fatigue-driven, inconsistent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Skilled forgeries (photo swap, stamp/date tampering) pass basic visual inspection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Each checkpoint verifies in isolation — nothing flags one person using different identities at different posts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No searchable digital trail for later investigation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Our Approach</a:t>
            </a:r>
          </a:p>
          <a:p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4-module AI pipeline: OCR Extraction → Document Validation → Tampering Detection → Face Verification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Explainable risk score, not a black box — officer sees exactly why a document was flagged (heat-map overlay), keeping a human in the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Cross-Checkpoint Identity Graph (novel differentiator) — hashed face + document embeddings linked across all border posts nationally, surfacing one person using multiple identities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Offline-first edge kiosk — works at low-connectivity border posts, syncs to central ledger once network returns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58240" y="1144500"/>
            <a:ext cx="93853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Technology Stack</a:t>
            </a:r>
          </a:p>
          <a:p>
            <a:pPr algn="just"/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Frontend: React.js kiosk / officer dashboard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Backend: Python +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FastAPI</a:t>
            </a:r>
            <a:r>
              <a:rPr lang="en-US" dirty="0">
                <a:latin typeface="Arial" pitchFamily="34" charset="0"/>
                <a:cs typeface="Arial" pitchFamily="34" charset="0"/>
              </a:rPr>
              <a:t> microservices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OCR: Tesseract /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EasyOCR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Tampering Detection AI: OpenCV (Error Level Analysis) + CNN (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PyTorch</a:t>
            </a:r>
            <a:r>
              <a:rPr lang="en-US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Face Verification: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DeepFace</a:t>
            </a:r>
            <a:r>
              <a:rPr lang="en-US" dirty="0">
                <a:latin typeface="Arial" pitchFamily="34" charset="0"/>
                <a:cs typeface="Arial" pitchFamily="34" charset="0"/>
              </a:rPr>
              <a:t> /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face_recognition</a:t>
            </a:r>
            <a:r>
              <a:rPr lang="en-US" dirty="0">
                <a:latin typeface="Arial" pitchFamily="34" charset="0"/>
                <a:cs typeface="Arial" pitchFamily="34" charset="0"/>
              </a:rPr>
              <a:t> library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Audit Trail: Hash-chained ledger (Hyperledger Fabric)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Methodology / Process Flow</a:t>
            </a:r>
          </a:p>
          <a:p>
            <a:pPr algn="just"/>
            <a:endParaRPr lang="en-US" b="1" u="sng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Document scanned/uploaded (+ optional live photo)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OCR Extraction — pulls key fields from passport/visa/ID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Document Validation — checks format, expiry, blacklist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Tampering Detection — flags photo swap, text/stamp forgery, metadata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mismatchFace</a:t>
            </a:r>
            <a:r>
              <a:rPr lang="en-US" dirty="0">
                <a:latin typeface="Arial" pitchFamily="34" charset="0"/>
                <a:cs typeface="Arial" pitchFamily="34" charset="0"/>
              </a:rPr>
              <a:t> Verification — matches ID photo to live traveler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Risk Scoring → Low / Medium / High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Auto-Clear, Officer Review, or Secondary Screening — logged to audit trail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234007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C3CEF8-454F-AC1F-6E27-F949D33F6E45}"/>
              </a:ext>
            </a:extLst>
          </p:cNvPr>
          <p:cNvSpPr txBox="1"/>
          <p:nvPr/>
        </p:nvSpPr>
        <p:spPr>
          <a:xfrm>
            <a:off x="540311" y="1572434"/>
            <a:ext cx="1111137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Feasibility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 4 modules built on mature, open-source AI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Target verification time: under 10 seconds per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real </a:t>
            </a:r>
            <a:r>
              <a:rPr lang="en-GB" dirty="0" err="1"/>
              <a:t>traveler</a:t>
            </a:r>
            <a:r>
              <a:rPr lang="en-GB" dirty="0"/>
              <a:t> PII required to build/demo the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Challenges &amp; Mitigation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real border-document dataset available → train on synthetic + public MIDV-500/2020-style ID datasets;</a:t>
            </a:r>
          </a:p>
          <a:p>
            <a:r>
              <a:rPr lang="en-IN" dirty="0"/>
              <a:t>	 fine-tune later with SSB-provided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Sophisticated AI-generated forgeries may evade a single detector → ensemble of 3 independent signals </a:t>
            </a:r>
          </a:p>
          <a:p>
            <a:r>
              <a:rPr lang="en-GB" dirty="0"/>
              <a:t>	(ELA + CNN + metadata); forger must beat all three, not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Face match accuracy in poor lighting/occluded faces at busy posts → liveness + multi-frame capture; </a:t>
            </a:r>
          </a:p>
          <a:p>
            <a:r>
              <a:rPr lang="en-GB" dirty="0"/>
              <a:t>	low-confidence cases auto-route to a human officer, never auto-reject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Connectivity gaps at remote border posts → offline-first edge deployment with local inference, syncs when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privacy &amp; security of biometric records → encrypted at rest/in transit; only hashed embeddings </a:t>
            </a:r>
          </a:p>
          <a:p>
            <a:r>
              <a:rPr lang="en-GB" dirty="0"/>
              <a:t>	(not raw images) used in the cross-checkpoint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02589" y="1478680"/>
            <a:ext cx="93853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Target Audience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Border security officers (SSB) — faster, more confident decisions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Ministry of Home Affairs — standardized screening + investigation trail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Genuine travelers — shorter queues, fewer manual delays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 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Stronger national security screening at borders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Reduces identity-fraud-enabled crime and trafficking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Builds public trust in border processes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 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Cuts officer man-hours per traveler check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Fewer costly manual investigations later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Faster legitimate trade and tourist movement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 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Paperless verification — no physical form logs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Cloud/edge compute scales without new infrastructure sprawl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Digital audit trail replaces physical paper record rooms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31392" y="1265454"/>
            <a:ext cx="93853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Official Problem Statement — SIH26188, Ministry of Home Affairs (SSB) — sih.gov.in</a:t>
            </a:r>
          </a:p>
          <a:p>
            <a:pPr lvl="0" algn="just">
              <a:defRPr/>
            </a:pPr>
            <a:endParaRPr lang="en-GB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ICAO Doc 9303 — Machine </a:t>
            </a:r>
            <a:r>
              <a:rPr lang="fr-FR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Readable</a:t>
            </a:r>
            <a:r>
              <a:rPr lang="fr-FR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Travel Documents standard — icao.int/publications/pages/</a:t>
            </a:r>
            <a:r>
              <a:rPr lang="fr-FR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publication.aspx?docnum</a:t>
            </a:r>
            <a:r>
              <a:rPr lang="fr-FR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=9303</a:t>
            </a:r>
          </a:p>
          <a:p>
            <a:pPr lvl="0" algn="just">
              <a:defRPr/>
            </a:pPr>
            <a:endParaRPr lang="fr-FR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MIDV-500 / MIDV-2020 Dataset — public ID-document benchmark for OCR &amp; tamper-detection research — arxiv.org/abs/1807.05786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Error Level Analysis (ELA) — standard technique for detecting JPEG recompression/digital tampering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OpenCV Documentation — opencv.org/documentation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DeepFace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/ </a:t>
            </a: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face_recognition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— open-source face verification &amp; liveness libraries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Hyperledger Fabric — hyperledger-fabric.readthedocs.io — permissioned ledger for the audit trail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Geeky</a:t>
            </a:r>
          </a:p>
          <a:p>
            <a:pPr algn="ctr"/>
            <a:r>
              <a:rPr lang="en-US" dirty="0"/>
              <a:t>Coders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8110</TotalTime>
  <Words>907</Words>
  <Application>Microsoft Office PowerPoint</Application>
  <PresentationFormat>Widescreen</PresentationFormat>
  <Paragraphs>127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AI-Based Fake Identity &amp; Document Screening System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ayushsaha207@gmail.com</cp:lastModifiedBy>
  <cp:revision>150</cp:revision>
  <dcterms:created xsi:type="dcterms:W3CDTF">2013-12-12T18:46:50Z</dcterms:created>
  <dcterms:modified xsi:type="dcterms:W3CDTF">2026-09-01T05:27:36Z</dcterms:modified>
  <cp:category/>
</cp:coreProperties>
</file>